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kul mehra" userId="186556f1e1173cc4" providerId="LiveId" clId="{3486F3D7-3F16-400C-B412-5E48FE897709}"/>
    <pc:docChg chg="custSel modSld">
      <pc:chgData name="Nakul mehra" userId="186556f1e1173cc4" providerId="LiveId" clId="{3486F3D7-3F16-400C-B412-5E48FE897709}" dt="2026-10-25T05:54:58.699" v="63" actId="20577"/>
      <pc:docMkLst>
        <pc:docMk/>
      </pc:docMkLst>
      <pc:sldChg chg="modSp mod">
        <pc:chgData name="Nakul mehra" userId="186556f1e1173cc4" providerId="LiveId" clId="{3486F3D7-3F16-400C-B412-5E48FE897709}" dt="2026-10-25T05:54:58.699" v="63" actId="20577"/>
        <pc:sldMkLst>
          <pc:docMk/>
          <pc:sldMk cId="0" sldId="256"/>
        </pc:sldMkLst>
        <pc:spChg chg="mod">
          <ac:chgData name="Nakul mehra" userId="186556f1e1173cc4" providerId="LiveId" clId="{3486F3D7-3F16-400C-B412-5E48FE897709}" dt="2026-10-25T05:54:58.699" v="63" actId="20577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58200" y="0"/>
            <a:ext cx="3730752" cy="6858000"/>
          </a:xfrm>
          <a:prstGeom prst="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823960" y="4297680"/>
            <a:ext cx="283464" cy="1143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45168" y="3566160"/>
            <a:ext cx="283464" cy="1874519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866376" y="2880360"/>
            <a:ext cx="283464" cy="25603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87584" y="2194560"/>
            <a:ext cx="283464" cy="324612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08792" y="3246120"/>
            <a:ext cx="283464" cy="2194560"/>
          </a:xfrm>
          <a:prstGeom prst="round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731520"/>
            <a:ext cx="68580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WEEK 6 CAPSTONE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7406640" cy="1371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SUPERSTORE SALES
&amp; PROFIT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6858000" cy="7772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BECADC"/>
                </a:solidFill>
                <a:latin typeface="Aptos"/>
              </a:rPr>
              <a:t>End-to-end data analytics using Python, EDA, visualizations and 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041648"/>
            <a:ext cx="1234440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704088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0A5FA"/>
                </a:solidFill>
                <a:latin typeface="Aptos"/>
              </a:rPr>
              <a:t>DATA PREPARATION  •  EXPLORATION  •  BUSINESS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7040880" cy="47243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BECADC"/>
                </a:solidFill>
                <a:latin typeface="Aptos"/>
              </a:rPr>
              <a:t>Presented by: [</a:t>
            </a:r>
            <a:r>
              <a:rPr lang="en-US" sz="1200" dirty="0">
                <a:solidFill>
                  <a:srgbClr val="BECADC"/>
                </a:solidFill>
                <a:latin typeface="Aptos"/>
              </a:rPr>
              <a:t>Nakul Mehra</a:t>
            </a:r>
            <a:r>
              <a:rPr sz="1200" b="0" i="0" dirty="0">
                <a:solidFill>
                  <a:srgbClr val="BECADC"/>
                </a:solidFill>
                <a:latin typeface="Aptos"/>
              </a:rPr>
              <a:t>]
College / Internship: [</a:t>
            </a:r>
            <a:r>
              <a:rPr lang="en-US" sz="1200" dirty="0">
                <a:solidFill>
                  <a:srgbClr val="BECADC"/>
                </a:solidFill>
                <a:latin typeface="Aptos"/>
              </a:rPr>
              <a:t>Tula’s university/</a:t>
            </a:r>
            <a:r>
              <a:rPr lang="en-US" sz="1200" dirty="0" err="1">
                <a:solidFill>
                  <a:srgbClr val="BECADC"/>
                </a:solidFill>
                <a:latin typeface="Aptos"/>
              </a:rPr>
              <a:t>InternNova</a:t>
            </a:r>
            <a:r>
              <a:rPr sz="1200" b="0" i="0" dirty="0">
                <a:solidFill>
                  <a:srgbClr val="BECADC"/>
                </a:solidFill>
                <a:latin typeface="Aptos"/>
              </a:rPr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What this presentation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A structured walkthrough from the business problem to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15600" cy="62179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029967"/>
            <a:ext cx="50292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84248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Business problem &amp;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02536"/>
            <a:ext cx="630936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Why sales and profit analysis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79191"/>
            <a:ext cx="10515600" cy="62179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834639"/>
            <a:ext cx="50292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788920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Dataset &amp;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07208"/>
            <a:ext cx="630936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What data was used and which tools supported the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83863"/>
            <a:ext cx="10515600" cy="62179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639311"/>
            <a:ext cx="50292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593591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Preparation &amp;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11879"/>
            <a:ext cx="630936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How the dataset was inspected and explored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88536"/>
            <a:ext cx="10515600" cy="62179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443983"/>
            <a:ext cx="50292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398264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Visualizations &amp;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16551"/>
            <a:ext cx="630936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How results were communicated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93208"/>
            <a:ext cx="10515600" cy="62179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5248656"/>
            <a:ext cx="50292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202936"/>
            <a:ext cx="2743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Insights &amp;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21224"/>
            <a:ext cx="630936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What the patterns may mean for business decisions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Turning sales records into useful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 project combines code-based analysis with an interactive business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3337560" cy="13716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29718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32888"/>
            <a:ext cx="2971800" cy="7498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Aptos"/>
              </a:rPr>
              <a:t>Sample Superstore cleaned Excel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337560" cy="13716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167128"/>
            <a:ext cx="29718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0A5FA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32888"/>
            <a:ext cx="2971800" cy="7498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Aptos"/>
              </a:rPr>
              <a:t>Data inspection, EDA, charts and dashboard building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37560" cy="13716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167128"/>
            <a:ext cx="29718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32888"/>
            <a:ext cx="2971800" cy="7498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Aptos"/>
              </a:rPr>
              <a:t>Visual findings and data-driven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77639"/>
            <a:ext cx="18288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Main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89120"/>
            <a:ext cx="10149840" cy="9144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8FAFC"/>
                </a:solidFill>
                <a:latin typeface="Aptos"/>
              </a:rPr>
              <a:t>Understand how sales vary across product categories, regions, customer segments and time—and use the findings to guide further business investigation.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A dataset contains information; analysis helps turn it into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5074920" cy="31089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709159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BUSINESS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32888"/>
            <a:ext cx="4709159" cy="2487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F8FAFC"/>
                </a:solidFill>
                <a:latin typeface="Aptos"/>
              </a:rPr>
              <a:t>A large number of transactions can make it difficult to quickly identify strong categories, weaker regions, changing demand and differences in customer contribution.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074920" cy="31089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4709159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ANALYTICAL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32888"/>
            <a:ext cx="4709159" cy="2487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Aptos"/>
              </a:rPr>
              <a:t>• Which categories generate the most sales?
• Which regions lead or lag?
• How do customer segments contribute?
• How does sales performance change over time?
• Which sub-categories contribute more to profit?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577840"/>
            <a:ext cx="10332720" cy="36576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BECADC"/>
                </a:solidFill>
                <a:latin typeface="Aptos"/>
              </a:rPr>
              <a:t>The project describes patterns in the available dataset; the charts alone do not prove why a pattern occurred.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What the project aims to achieve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 objectives connect technical tasks with business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15600" cy="61264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029967"/>
            <a:ext cx="4572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84248"/>
            <a:ext cx="21031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Prepare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93391"/>
            <a:ext cx="694944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Inspect structure, data types and quality before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10515600" cy="61264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807208"/>
            <a:ext cx="4572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761488"/>
            <a:ext cx="21031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Explore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770632"/>
            <a:ext cx="694944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Summarize sales, profit, quantity, discount and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29000"/>
            <a:ext cx="10515600" cy="61264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584448"/>
            <a:ext cx="4572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538728"/>
            <a:ext cx="21031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Compare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547872"/>
            <a:ext cx="694944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Review performance by region, category, segment and month.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06240"/>
            <a:ext cx="10515600" cy="61264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361688"/>
            <a:ext cx="4572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15968"/>
            <a:ext cx="21031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Communicate clearly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325112"/>
            <a:ext cx="694944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Use charts and a Power BI dashboard to present findings.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83479"/>
            <a:ext cx="10515600" cy="61264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5138927"/>
            <a:ext cx="45720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093207"/>
            <a:ext cx="21031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Recommend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102351"/>
            <a:ext cx="6949440" cy="292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Suggest practical areas for further investigation and improvement.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A snapshot of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Dataset details are based on the project information shared.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1737360" cy="10515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1554480" cy="34747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2DD4BF"/>
                </a:solidFill>
                <a:latin typeface="Aptos"/>
              </a:rPr>
              <a:t>9,994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1554480" cy="1828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BECADC"/>
                </a:solidFill>
                <a:latin typeface="Aptos"/>
              </a:rPr>
              <a:t>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57400"/>
            <a:ext cx="1737360" cy="10515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2267712"/>
            <a:ext cx="1554480" cy="34747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60A5FA"/>
                </a:solidFill>
                <a:latin typeface="Aptos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97480"/>
            <a:ext cx="1554480" cy="1828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BECADC"/>
                </a:solidFill>
                <a:latin typeface="Aptos"/>
              </a:rP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057400"/>
            <a:ext cx="1737360" cy="10515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2267712"/>
            <a:ext cx="1554480" cy="34747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300" b="1" i="0">
                <a:solidFill>
                  <a:srgbClr val="FBBF24"/>
                </a:solidFill>
                <a:latin typeface="Aptos"/>
              </a:rPr>
              <a:t>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697480"/>
            <a:ext cx="1554480" cy="18288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BECADC"/>
                </a:solidFill>
                <a:latin typeface="Aptos"/>
              </a:rPr>
              <a:t>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4069080" cy="324612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2167128"/>
            <a:ext cx="37033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EXAMPLES OF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32888"/>
            <a:ext cx="3703320" cy="262432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Aptos"/>
              </a:rPr>
              <a:t>Order ID and Order Date
Customer Name and Segment
Product Name and Category
Sales, Profit and Discount
Quantity and 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703320"/>
            <a:ext cx="201168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Dataset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114800"/>
            <a:ext cx="56692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Sample - Superstore-Cleaned.xlsx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800600"/>
            <a:ext cx="5577840" cy="7315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BECADC"/>
                </a:solidFill>
                <a:latin typeface="Aptos"/>
              </a:rPr>
              <a:t>These fields support time-based, product-based, geographic and customer-segment comparisons.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Tools used in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Each tool contributes to a different stage of the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338328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30175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32888"/>
            <a:ext cx="301752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Run analysis scripts and organize the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011680"/>
            <a:ext cx="338328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2167128"/>
            <a:ext cx="30175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0A5FA"/>
                </a:solidFill>
                <a:latin typeface="Aptos"/>
              </a:rPr>
              <a:t>Pandas +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532888"/>
            <a:ext cx="301752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Work with tabular data and numerical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011680"/>
            <a:ext cx="338328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2167128"/>
            <a:ext cx="30175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Matplotlib + 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532888"/>
            <a:ext cx="301752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Create comparison, trend and distribution charts.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11880"/>
            <a:ext cx="338328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767328"/>
            <a:ext cx="30175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72B6"/>
                </a:solidFill>
                <a:latin typeface="Aptos"/>
              </a:rPr>
              <a:t>Jupyter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8"/>
            <a:ext cx="301752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Explore and document analysis interactively.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3611880"/>
            <a:ext cx="338328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3767328"/>
            <a:ext cx="30175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86EFAC"/>
                </a:solidFill>
                <a:latin typeface="Aptos"/>
              </a:rP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133088"/>
            <a:ext cx="301752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Build an interactive dashboard with KPIs and slicers.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611880"/>
            <a:ext cx="338328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767328"/>
            <a:ext cx="30175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Git +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133088"/>
            <a:ext cx="301752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Track changes and store the project files.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End-to-end project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 steps move from data preparation to interpretation.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429000" cy="120700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0632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01 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3063240" cy="58521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Read the cleaned Excel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57400"/>
            <a:ext cx="3429000" cy="120700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212848"/>
            <a:ext cx="30632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0A5FA"/>
                </a:solidFill>
                <a:latin typeface="Aptos"/>
              </a:rPr>
              <a:t>02  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78608"/>
            <a:ext cx="3063240" cy="58521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Check shape, columns and data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057400"/>
            <a:ext cx="3429000" cy="120700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0" y="2212848"/>
            <a:ext cx="30632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03  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578608"/>
            <a:ext cx="3063240" cy="58521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Review distributions, comparisons and relationships.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3429000" cy="120700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67328"/>
            <a:ext cx="30632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72B6"/>
                </a:solidFill>
                <a:latin typeface="Aptos"/>
              </a:rPr>
              <a:t>04  Visualize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33088"/>
            <a:ext cx="3063240" cy="58521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Generate charts for trends and outliers.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611880"/>
            <a:ext cx="3429000" cy="120700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3767328"/>
            <a:ext cx="30632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86EFAC"/>
                </a:solidFill>
                <a:latin typeface="Aptos"/>
              </a:rPr>
              <a:t>05 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133088"/>
            <a:ext cx="3063240" cy="58521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Present KPIs and comparisons in Power BI.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611880"/>
            <a:ext cx="3429000" cy="1207008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767328"/>
            <a:ext cx="30632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06  Interpret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133088"/>
            <a:ext cx="3063240" cy="58521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Summarize insights and recommendations.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23560"/>
            <a:ext cx="1033272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BECADC"/>
                </a:solidFill>
                <a:latin typeface="Aptos"/>
              </a:rPr>
              <a:t>Documentation and version control are maintained in the GitHub repository.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Preparing data for reliable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 project uses a cleaned dataset; these are the key preparation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469880" cy="557784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020824"/>
            <a:ext cx="1691640" cy="2103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93391"/>
            <a:ext cx="80467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Open the Excel dataset and verify that it loads correctly.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87752"/>
            <a:ext cx="10469880" cy="557784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734056"/>
            <a:ext cx="1691640" cy="2103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706624"/>
            <a:ext cx="80467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Confirm row count, column count and column names.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00984"/>
            <a:ext cx="10469880" cy="557784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447288"/>
            <a:ext cx="1691640" cy="2103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DATA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19856"/>
            <a:ext cx="80467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Review date, numeric and categorical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14215"/>
            <a:ext cx="10469880" cy="557784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160520"/>
            <a:ext cx="1691640" cy="2103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QUALITY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33087"/>
            <a:ext cx="80467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Inspect missing values, duplicates and unusual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27448"/>
            <a:ext cx="10469880" cy="557784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873752"/>
            <a:ext cx="1691640" cy="21031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DD4BF"/>
                </a:solidFill>
                <a:latin typeface="Aptos"/>
              </a:rPr>
              <a:t>ANALYSIS-READY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846320"/>
            <a:ext cx="80467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Use consistent fields for charts and dashboard visuals.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1">
                <a:solidFill>
                  <a:srgbClr val="FBBF24"/>
                </a:solidFill>
                <a:latin typeface="Aptos"/>
              </a:rPr>
              <a:t>Do not claim that every issue was removed unless it was verified in the cleaning script.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EDA: what was examined?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EDA helps describe the data and identify areas for closer investigation.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166360" cy="89611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Sales &amp;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800600" cy="274319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Review overall distribution and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965960"/>
            <a:ext cx="5166360" cy="89611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21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0A5FA"/>
                </a:solidFill>
                <a:latin typeface="Aptos"/>
              </a:rP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87168"/>
            <a:ext cx="4800600" cy="274319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Compare the three main product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08960"/>
            <a:ext cx="5166360" cy="89611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64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Regions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30168"/>
            <a:ext cx="4800600" cy="274319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Compare sales across geographic regions.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108960"/>
            <a:ext cx="5166360" cy="89611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264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72B6"/>
                </a:solidFill>
                <a:latin typeface="Aptos"/>
              </a:rPr>
              <a:t>Customer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30168"/>
            <a:ext cx="4800600" cy="274319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Understand each segment's share of sales.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5166360" cy="89611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407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86EFAC"/>
                </a:solidFill>
                <a:latin typeface="Aptos"/>
              </a:rPr>
              <a:t>Monthly Trend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73168"/>
            <a:ext cx="4800600" cy="274319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Observe how sales change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251960"/>
            <a:ext cx="5166360" cy="896112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407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Correlations &amp; Outliers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773168"/>
            <a:ext cx="4800600" cy="274319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Explore numerical relationships and extreme values.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PYTHON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Eight charts included in the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 charts provide complementary views of performance and data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166360" cy="33375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COMPARISON &amp; TREND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800600" cy="27157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1. Sales by Category — compares product-category sales.
2. Sales by Region — compares geographic performance.
3. Monthly Sales Trend — shows sales movement over time.
4. Correlation Heatmap — summarizes relationships between numeric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074920" cy="333756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709159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DISTRIBUTION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87168"/>
            <a:ext cx="4709159" cy="27157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5. Boxplot of Sales
6. Boxplot of Profit
7. Boxplot of Quantity
8. Boxplot of Discount
Boxplots help inspect spread and potential outliers.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69280"/>
            <a:ext cx="73152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0A5FA"/>
                </a:solidFill>
                <a:latin typeface="Aptos"/>
              </a:rPr>
              <a:t>Python script: notebooks/data_visualization.py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One view for the main business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Dashboard file: Superstore_Sales_Dashboard.pbix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1965960" cy="914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1783080" cy="31089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2DD4BF"/>
                </a:solidFill>
                <a:latin typeface="Aptos"/>
              </a:rPr>
              <a:t>2.30M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78308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BECADC"/>
                </a:solidFill>
                <a:latin typeface="Aptos"/>
              </a:rPr>
              <a:t>TOTAL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965960"/>
            <a:ext cx="1965960" cy="914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2139696"/>
            <a:ext cx="1783080" cy="31089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60A5FA"/>
                </a:solidFill>
                <a:latin typeface="Aptos"/>
              </a:rPr>
              <a:t>286.40K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42032"/>
            <a:ext cx="178308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BECADC"/>
                </a:solidFill>
                <a:latin typeface="Aptos"/>
              </a:rPr>
              <a:t>TOTAL PROFIT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965960"/>
            <a:ext cx="1965960" cy="914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0" y="2139696"/>
            <a:ext cx="1783080" cy="310896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FBBF24"/>
                </a:solidFill>
                <a:latin typeface="Aptos"/>
              </a:rPr>
              <a:t>5,009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542032"/>
            <a:ext cx="178308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BECADC"/>
                </a:solidFill>
                <a:latin typeface="Aptos"/>
              </a:rPr>
              <a:t>ORDER COUNT*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965960"/>
            <a:ext cx="3520440" cy="914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2121408"/>
            <a:ext cx="315468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SLICERS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487168"/>
            <a:ext cx="3154680" cy="29260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Order Date • Category • Region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337560"/>
            <a:ext cx="3246120" cy="11430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493008"/>
            <a:ext cx="288036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Sales by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58768"/>
            <a:ext cx="2880360" cy="52120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Compare sales across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337560"/>
            <a:ext cx="3246120" cy="11430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3493008"/>
            <a:ext cx="288036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60A5FA"/>
                </a:solidFill>
                <a:latin typeface="Aptos"/>
              </a:rPr>
              <a:t>Sales by 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58768"/>
            <a:ext cx="2880360" cy="52120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Compare performance across regions.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337560"/>
            <a:ext cx="3429000" cy="11430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19" y="3493008"/>
            <a:ext cx="306324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Monthly Sales Trend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858768"/>
            <a:ext cx="3063240" cy="52120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8FAFC"/>
                </a:solidFill>
                <a:latin typeface="Aptos"/>
              </a:rPr>
              <a:t>Inspect changes across months.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709160"/>
            <a:ext cx="4983480" cy="914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4864608"/>
            <a:ext cx="46177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472B6"/>
                </a:solidFill>
                <a:latin typeface="Aptos"/>
              </a:rPr>
              <a:t>Profit by Sub-Category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230368"/>
            <a:ext cx="4617720" cy="29260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Compare profit contribution across products.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0760" y="4709160"/>
            <a:ext cx="5212080" cy="914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4864608"/>
            <a:ext cx="484632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86EFAC"/>
                </a:solidFill>
                <a:latin typeface="Aptos"/>
              </a:rPr>
              <a:t>Sales by Segment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230368"/>
            <a:ext cx="4846320" cy="292607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Consumer 50.56% • Corporate 30.74% • Home Office 18.70%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897880"/>
            <a:ext cx="1024128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BECADC"/>
                </a:solidFill>
                <a:latin typeface="Aptos"/>
              </a:rPr>
              <a:t>*Verify whether the Order ID KPI is a simple count or distinct order count.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Five insights from the current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These describe visible patterns; investigate the causes before taking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469880" cy="630936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93392"/>
            <a:ext cx="150876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947672"/>
            <a:ext cx="8229600" cy="3931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Technology has the highest sales, followed by Furniture; Office Supplies is lower in the displayed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33472"/>
            <a:ext cx="10469880" cy="630936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798064"/>
            <a:ext cx="150876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0A5FA"/>
                </a:solidFill>
                <a:latin typeface="Aptos"/>
              </a:rPr>
              <a:t>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752344"/>
            <a:ext cx="8229600" cy="3931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West shows the highest sales, while South shows the lowest sales in the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38144"/>
            <a:ext cx="10469880" cy="630936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602736"/>
            <a:ext cx="150876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557015"/>
            <a:ext cx="8229600" cy="3931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Consumer contributes about 50.56% of sales; Corporate 30.74%; Home Office 18.70%.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42816"/>
            <a:ext cx="10469880" cy="630936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407408"/>
            <a:ext cx="150876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0A5FA"/>
                </a:solidFill>
                <a:latin typeface="Aptos"/>
              </a:rPr>
              <a:t>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361688"/>
            <a:ext cx="8229600" cy="3931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Monthly sales change over time. Peak and low periods can inform planning after the exact months are checked.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47488"/>
            <a:ext cx="10469880" cy="630936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5212079"/>
            <a:ext cx="1508760" cy="20116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SUB-CATEGORY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166359"/>
            <a:ext cx="8229600" cy="3931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8FAFC"/>
                </a:solidFill>
                <a:latin typeface="Aptos"/>
              </a:rPr>
              <a:t>Copiers appear among the stronger profit contributors in the displayed sub-category chart.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How the business could respond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Recommendations are hypotheses to test—not guaranteed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16636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REGIONAL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80060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Investigate why South sales are lower: demand, product availability, marketing and customer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965960"/>
            <a:ext cx="516636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21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INVENTORY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87168"/>
            <a:ext cx="480060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Use category demand and monthly trends to plan stock and staffing.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38728"/>
            <a:ext cx="516636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694176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PROFITABILITY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59936"/>
            <a:ext cx="480060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Review discount levels, costs and weaker-profit sub-categories before changing prices.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538728"/>
            <a:ext cx="5166360" cy="123444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694176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SEGMENT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059936"/>
            <a:ext cx="4800600" cy="6126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Tailor campaigns to Consumer, Corporate and Home Office purchasing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60A5FA"/>
                </a:solidFill>
                <a:latin typeface="Aptos"/>
              </a:rPr>
              <a:t>Measure outcomes with sales, profit and order metrics before and after each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What could be improved next?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A good analysis is transparent about what the current work can and cannot 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166360" cy="3200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4800600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BBF24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800600" cy="2578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• The findings apply to this dataset and period.
• Charts show patterns, not necessarily causes.
• The order-count KPI should be checked for distinct orders.
• Detailed profit margins may require additional measures.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074920" cy="32004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21408"/>
            <a:ext cx="4709159" cy="2743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DD4BF"/>
                </a:solidFill>
                <a:latin typeface="Aptos"/>
              </a:rP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87168"/>
            <a:ext cx="4709159" cy="257860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F8FAFC"/>
                </a:solidFill>
                <a:latin typeface="Aptos"/>
              </a:rPr>
              <a:t>• Add profit-margin and discount-impact analysis.
• Forecast future monthly sales.
• Add deeper product and customer drill-downs.
• Automate data refresh and reporting.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822960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DD4B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02920" cy="22860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 i="0">
                <a:solidFill>
                  <a:srgbClr val="BECADC"/>
                </a:solidFill>
                <a:latin typeface="Aptos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594360"/>
            <a:ext cx="1092708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Aptos"/>
              </a:rPr>
              <a:t>A complete introductory analytics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53312"/>
            <a:ext cx="10698480" cy="384048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BECADC"/>
                </a:solidFill>
                <a:latin typeface="Aptos"/>
              </a:rPr>
              <a:t>The project connects technical analysis with business interpretation.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5486400" cy="3246120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Prepared and inspected the Sample Superstore dataset.</a:t>
            </a:r>
          </a:p>
          <a:p>
            <a:pPr>
              <a:spcAft>
                <a:spcPts val="13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Explored category, region, segment, monthly and numerical patterns.</a:t>
            </a:r>
          </a:p>
          <a:p>
            <a:pPr>
              <a:spcAft>
                <a:spcPts val="13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Created eight Python visualizations.</a:t>
            </a:r>
          </a:p>
          <a:p>
            <a:pPr>
              <a:spcAft>
                <a:spcPts val="13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Built a Power BI dashboard with KPIs, charts and slicers.</a:t>
            </a:r>
          </a:p>
          <a:p>
            <a:pPr>
              <a:spcAft>
                <a:spcPts val="13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Identified findings and proposed practical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057400"/>
            <a:ext cx="4297680" cy="2514600"/>
          </a:xfrm>
          <a:prstGeom prst="roundRect">
            <a:avLst/>
          </a:prstGeom>
          <a:solidFill>
            <a:srgbClr val="16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2651760"/>
            <a:ext cx="3657600" cy="50292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000" b="1" i="0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429000"/>
            <a:ext cx="365760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DD4B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977639"/>
            <a:ext cx="3657600" cy="25603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0" i="0">
                <a:solidFill>
                  <a:srgbClr val="BECADC"/>
                </a:solidFill>
                <a:latin typeface="Aptos"/>
              </a:rPr>
              <a:t>Superstore Sales &amp; Profit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15000"/>
            <a:ext cx="10607040" cy="320040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FBBF24"/>
                </a:solidFill>
                <a:latin typeface="Aptos"/>
              </a:rPr>
              <a:t>Before submission: add your name, college and internship details; verify dashboard KPIs.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9144000" cy="164592"/>
          </a:xfrm>
          <a:prstGeom prst="rect">
            <a:avLst/>
          </a:prstGeom>
          <a:noFill/>
        </p:spPr>
        <p:txBody>
          <a:bodyPr wrap="square" lIns="64008" tIns="36576" rIns="64008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BECADC"/>
                </a:solidFill>
                <a:latin typeface="Aptos"/>
              </a:rPr>
              <a:t>WEEK 6 CAPSTONE  |  SAMPLE SUPERSTORE DATA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1518</Words>
  <Application>Microsoft Office PowerPoint</Application>
  <PresentationFormat>Widescreen</PresentationFormat>
  <Paragraphs>238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Nakul mehra</cp:lastModifiedBy>
  <cp:revision>1</cp:revision>
  <dcterms:created xsi:type="dcterms:W3CDTF">2013-01-27T09:14:16Z</dcterms:created>
  <dcterms:modified xsi:type="dcterms:W3CDTF">2026-10-25T05:55:15Z</dcterms:modified>
  <cp:category/>
</cp:coreProperties>
</file>